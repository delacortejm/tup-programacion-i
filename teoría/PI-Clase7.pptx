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58" r:id="rId7"/>
    <p:sldId id="279" r:id="rId8"/>
    <p:sldId id="261" r:id="rId9"/>
    <p:sldId id="281" r:id="rId10"/>
    <p:sldId id="259" r:id="rId11"/>
    <p:sldId id="282" r:id="rId12"/>
    <p:sldId id="264" r:id="rId13"/>
    <p:sldId id="284" r:id="rId14"/>
    <p:sldId id="283" r:id="rId15"/>
    <p:sldId id="280" r:id="rId1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4B73220-338C-4C9C-A71B-0112541F36CE}">
          <p14:sldIdLst>
            <p14:sldId id="256"/>
          </p14:sldIdLst>
        </p14:section>
        <p14:section name="Sección sin título" id="{AB436902-1EB6-4E82-86BB-FE7BD5B16039}">
          <p14:sldIdLst>
            <p14:sldId id="257"/>
            <p14:sldId id="276"/>
            <p14:sldId id="277"/>
            <p14:sldId id="278"/>
            <p14:sldId id="258"/>
            <p14:sldId id="279"/>
            <p14:sldId id="261"/>
            <p14:sldId id="281"/>
            <p14:sldId id="259"/>
            <p14:sldId id="282"/>
            <p14:sldId id="264"/>
            <p14:sldId id="284"/>
            <p14:sldId id="283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682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404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61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041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841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587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839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067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445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546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4225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CC7E-1664-4433-9884-EE057B8BC7B2}" type="datetimeFigureOut">
              <a:rPr lang="es-AR" smtClean="0"/>
              <a:t>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03AF5-CDDE-413D-A4D6-10D2D394B4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348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Tratamientos elementales sobre secuencias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483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Enumeración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Esquema que se aplica a secuencias terminadas por un elemento centinela, que detiene el tratamiento. Y recibe otro trato.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sz="2400" i="1" dirty="0"/>
              <a:t>inicializar tratamiento;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obtener primer elemento;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</a:t>
            </a:r>
            <a:r>
              <a:rPr lang="es-ES" sz="2400" i="1" u="sng" dirty="0"/>
              <a:t>Mientras</a:t>
            </a:r>
            <a:r>
              <a:rPr lang="es-ES" sz="2400" i="1" dirty="0"/>
              <a:t> elemento no final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	tratar elemento;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	obtener siguiente elemento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</a:t>
            </a:r>
            <a:r>
              <a:rPr lang="es-ES" sz="2400" i="1" u="sng" dirty="0" err="1"/>
              <a:t>fmientras</a:t>
            </a:r>
            <a:r>
              <a:rPr lang="es-ES" sz="2400" i="1" u="sng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tratar elemento final;</a:t>
            </a:r>
            <a:endParaRPr lang="es-AR" sz="2400" i="1" dirty="0"/>
          </a:p>
        </p:txBody>
      </p:sp>
    </p:spTree>
    <p:extLst>
      <p:ext uri="{BB962C8B-B14F-4D97-AF65-F5344CB8AC3E}">
        <p14:creationId xmlns:p14="http://schemas.microsoft.com/office/powerpoint/2010/main" val="200973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Enumeración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Esquema que se aplica a secuencias terminadas por un elemento centinela, que debe ser tratado como los demás.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dirty="0"/>
              <a:t>	</a:t>
            </a:r>
            <a:r>
              <a:rPr lang="es-ES" sz="2400" i="1" dirty="0"/>
              <a:t>inicializar tratamiento;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inicializar adquisición;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</a:t>
            </a:r>
            <a:r>
              <a:rPr lang="es-ES" sz="2400" i="1" u="sng" dirty="0"/>
              <a:t>Repetir</a:t>
            </a:r>
            <a:r>
              <a:rPr lang="es-ES" sz="2400" i="1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	obtener siguiente elemento;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	tratar elemento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400" i="1" dirty="0"/>
              <a:t>	</a:t>
            </a:r>
            <a:r>
              <a:rPr lang="es-ES" sz="2400" i="1" u="sng" dirty="0"/>
              <a:t>Hasta que</a:t>
            </a:r>
            <a:r>
              <a:rPr lang="es-ES" sz="2400" i="1" dirty="0"/>
              <a:t> elemento final</a:t>
            </a:r>
            <a:endParaRPr lang="es-AR" sz="2400" u="sng" dirty="0"/>
          </a:p>
        </p:txBody>
      </p:sp>
    </p:spTree>
    <p:extLst>
      <p:ext uri="{BB962C8B-B14F-4D97-AF65-F5344CB8AC3E}">
        <p14:creationId xmlns:p14="http://schemas.microsoft.com/office/powerpoint/2010/main" val="408768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70C0"/>
                </a:solidFill>
              </a:rPr>
              <a:t>Enumeración Parcial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Esquema que se aplica a secuencias solo a determinados elementos.</a:t>
            </a:r>
          </a:p>
          <a:p>
            <a:pPr marL="0" indent="0">
              <a:spcBef>
                <a:spcPts val="0"/>
              </a:spcBef>
              <a:buNone/>
            </a:pPr>
            <a:endParaRPr lang="es-ES" sz="2400" i="1" dirty="0"/>
          </a:p>
          <a:p>
            <a:pPr marL="0" indent="0">
              <a:spcBef>
                <a:spcPts val="0"/>
              </a:spcBef>
              <a:buNone/>
            </a:pPr>
            <a:r>
              <a:rPr lang="es-ES" sz="2800" i="1" u="sng" dirty="0"/>
              <a:t>Mientras</a:t>
            </a:r>
            <a:r>
              <a:rPr lang="es-ES" sz="2800" i="1" dirty="0"/>
              <a:t> elemento no final y condición de continuación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800" i="1" dirty="0"/>
              <a:t>	acción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2800" i="1" u="sng" dirty="0" err="1"/>
              <a:t>fmientras</a:t>
            </a:r>
            <a:r>
              <a:rPr lang="es-ES" sz="2800" i="1" u="sng" dirty="0"/>
              <a:t>;</a:t>
            </a:r>
            <a:endParaRPr lang="es-AR" sz="2800" u="sng" dirty="0"/>
          </a:p>
        </p:txBody>
      </p:sp>
    </p:spTree>
    <p:extLst>
      <p:ext uri="{BB962C8B-B14F-4D97-AF65-F5344CB8AC3E}">
        <p14:creationId xmlns:p14="http://schemas.microsoft.com/office/powerpoint/2010/main" val="12081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Tratamiento de los n primeros elementos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	</a:t>
            </a:r>
            <a:r>
              <a:rPr lang="es-ES" i="1" dirty="0"/>
              <a:t>obtener primer elemento;</a:t>
            </a:r>
          </a:p>
          <a:p>
            <a:pPr marL="0" indent="0">
              <a:buNone/>
            </a:pPr>
            <a:r>
              <a:rPr lang="es-ES" sz="2800" i="1" dirty="0"/>
              <a:t>	I:= 1;</a:t>
            </a:r>
          </a:p>
          <a:p>
            <a:pPr marL="0" indent="0">
              <a:buNone/>
            </a:pPr>
            <a:r>
              <a:rPr lang="es-ES" sz="2800" i="1" dirty="0"/>
              <a:t>	</a:t>
            </a:r>
            <a:r>
              <a:rPr lang="es-ES" sz="2800" i="1" u="sng" dirty="0"/>
              <a:t>Mientras </a:t>
            </a:r>
            <a:r>
              <a:rPr lang="es-ES" sz="2800" i="1" dirty="0"/>
              <a:t>elemento no final y I&lt;N+1</a:t>
            </a:r>
          </a:p>
          <a:p>
            <a:pPr marL="0" indent="0">
              <a:buNone/>
            </a:pPr>
            <a:r>
              <a:rPr lang="es-ES" sz="2800" i="1" dirty="0"/>
              <a:t>		tratar elemento;</a:t>
            </a:r>
          </a:p>
          <a:p>
            <a:pPr marL="0" indent="0">
              <a:buNone/>
            </a:pPr>
            <a:r>
              <a:rPr lang="es-ES" sz="2800" i="1" dirty="0"/>
              <a:t>		obtener siguiente elemento;</a:t>
            </a:r>
          </a:p>
          <a:p>
            <a:pPr marL="0" indent="0">
              <a:buNone/>
            </a:pPr>
            <a:r>
              <a:rPr lang="es-ES" sz="2800" i="1" dirty="0"/>
              <a:t>		I:=I+1</a:t>
            </a:r>
          </a:p>
          <a:p>
            <a:pPr marL="0" indent="0">
              <a:buNone/>
            </a:pPr>
            <a:r>
              <a:rPr lang="es-ES" sz="2800" i="1" dirty="0"/>
              <a:t>	</a:t>
            </a:r>
            <a:r>
              <a:rPr lang="es-ES" sz="2800" i="1" u="sng" dirty="0" err="1"/>
              <a:t>fmientras</a:t>
            </a:r>
            <a:r>
              <a:rPr lang="es-ES" sz="2800" i="1" dirty="0"/>
              <a:t>;</a:t>
            </a:r>
            <a:endParaRPr lang="es-AR" sz="2800" i="1" dirty="0"/>
          </a:p>
        </p:txBody>
      </p:sp>
    </p:spTree>
    <p:extLst>
      <p:ext uri="{BB962C8B-B14F-4D97-AF65-F5344CB8AC3E}">
        <p14:creationId xmlns:p14="http://schemas.microsoft.com/office/powerpoint/2010/main" val="278460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Concatenación de dos secuencias 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Se trata de colocar todos los elementos de dos secuencias en una tercera secuencia.</a:t>
            </a:r>
          </a:p>
          <a:p>
            <a:pPr marL="0" indent="0">
              <a:buNone/>
            </a:pPr>
            <a:r>
              <a:rPr lang="es-AR" sz="2400" i="1" dirty="0"/>
              <a:t>crear F3;</a:t>
            </a:r>
          </a:p>
          <a:p>
            <a:pPr marL="0" indent="0">
              <a:buNone/>
            </a:pPr>
            <a:r>
              <a:rPr lang="es-AR" sz="2400" i="1" dirty="0"/>
              <a:t>Obtener primer elemento de F1;</a:t>
            </a:r>
          </a:p>
          <a:p>
            <a:pPr marL="0" indent="0">
              <a:buNone/>
            </a:pPr>
            <a:r>
              <a:rPr lang="es-AR" sz="2400" i="1" u="sng" dirty="0"/>
              <a:t>Mientras</a:t>
            </a:r>
            <a:r>
              <a:rPr lang="es-AR" sz="2400" i="1" dirty="0"/>
              <a:t> elemento F1 no final</a:t>
            </a:r>
          </a:p>
          <a:p>
            <a:pPr marL="0" indent="0">
              <a:buNone/>
            </a:pPr>
            <a:r>
              <a:rPr lang="es-AR" sz="2400" i="1" dirty="0"/>
              <a:t>	escribir elemento F1 en F3;</a:t>
            </a:r>
          </a:p>
          <a:p>
            <a:pPr marL="0" indent="0">
              <a:buNone/>
            </a:pPr>
            <a:r>
              <a:rPr lang="es-AR" sz="2400" i="1" dirty="0"/>
              <a:t>	obtener siguiente elemento de F1</a:t>
            </a:r>
          </a:p>
          <a:p>
            <a:pPr marL="0" indent="0">
              <a:buNone/>
            </a:pPr>
            <a:r>
              <a:rPr lang="es-AR" sz="2400" i="1" u="sng" dirty="0" err="1"/>
              <a:t>Fmientras</a:t>
            </a:r>
            <a:r>
              <a:rPr lang="es-AR" sz="24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98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Concatenación de dos secuencias 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i="1" dirty="0"/>
              <a:t>Obtener primer elemento de F2;</a:t>
            </a:r>
          </a:p>
          <a:p>
            <a:pPr marL="0" indent="0">
              <a:buNone/>
            </a:pPr>
            <a:r>
              <a:rPr lang="es-AR" sz="2400" i="1" u="sng" dirty="0"/>
              <a:t>Mientras</a:t>
            </a:r>
            <a:r>
              <a:rPr lang="es-AR" sz="2400" i="1" dirty="0"/>
              <a:t> elemento F2 no final</a:t>
            </a:r>
          </a:p>
          <a:p>
            <a:pPr marL="0" indent="0">
              <a:buNone/>
            </a:pPr>
            <a:r>
              <a:rPr lang="es-AR" sz="2400" i="1" dirty="0"/>
              <a:t>	escribir elemento F2 en F3;</a:t>
            </a:r>
          </a:p>
          <a:p>
            <a:pPr marL="0" indent="0">
              <a:buNone/>
            </a:pPr>
            <a:r>
              <a:rPr lang="es-AR" sz="2400" i="1" dirty="0"/>
              <a:t>	obtener siguiente elemento de F2</a:t>
            </a:r>
          </a:p>
          <a:p>
            <a:pPr marL="0" indent="0">
              <a:buNone/>
            </a:pPr>
            <a:r>
              <a:rPr lang="es-AR" sz="2400" i="1" u="sng" dirty="0" err="1"/>
              <a:t>Fmientras</a:t>
            </a:r>
            <a:r>
              <a:rPr lang="es-AR" sz="24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581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Reunión de dos secuencias NO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dirty="0"/>
              <a:t>Se trata de colocar todos los elementos de dos secuencias sin repetir en una tercera secuencia.</a:t>
            </a:r>
          </a:p>
          <a:p>
            <a:pPr marL="0" indent="0">
              <a:buNone/>
            </a:pPr>
            <a:r>
              <a:rPr lang="es-AR" sz="3200" i="1" dirty="0"/>
              <a:t>crear F3;</a:t>
            </a:r>
          </a:p>
          <a:p>
            <a:pPr marL="0" indent="0">
              <a:buNone/>
            </a:pPr>
            <a:r>
              <a:rPr lang="es-AR" sz="3200" i="1" dirty="0"/>
              <a:t>Obtener primer elemento de F1;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F1 no final</a:t>
            </a:r>
          </a:p>
          <a:p>
            <a:pPr marL="0" indent="0">
              <a:buNone/>
            </a:pPr>
            <a:r>
              <a:rPr lang="es-AR" sz="3200" i="1" dirty="0"/>
              <a:t>	escribir elemento F1 en F3;</a:t>
            </a:r>
          </a:p>
          <a:p>
            <a:pPr marL="0" indent="0">
              <a:buNone/>
            </a:pPr>
            <a:r>
              <a:rPr lang="es-AR" sz="3200" i="1" dirty="0"/>
              <a:t>	obtener siguiente elemento de F1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 </a:t>
            </a:r>
          </a:p>
          <a:p>
            <a:pPr marL="0" indent="0">
              <a:buNone/>
            </a:pPr>
            <a:r>
              <a:rPr lang="es-ES" dirty="0"/>
              <a:t>	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5194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Reunión de dos secuencias NO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AR" sz="3200" i="1" dirty="0"/>
              <a:t>Obtener primer elemento de F2;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F2 no final</a:t>
            </a:r>
          </a:p>
          <a:p>
            <a:pPr marL="0" indent="0">
              <a:buNone/>
            </a:pPr>
            <a:r>
              <a:rPr lang="es-AR" i="1" dirty="0"/>
              <a:t>	obtener primer elemento de F1;</a:t>
            </a:r>
          </a:p>
          <a:p>
            <a:pPr marL="0" indent="0">
              <a:buNone/>
            </a:pPr>
            <a:r>
              <a:rPr lang="es-AR" sz="3200" i="1" dirty="0"/>
              <a:t>	hay:=falso</a:t>
            </a:r>
          </a:p>
          <a:p>
            <a:pPr marL="0" indent="0">
              <a:buNone/>
            </a:pPr>
            <a:r>
              <a:rPr lang="es-AR" sz="3200" i="1" dirty="0"/>
              <a:t>           	</a:t>
            </a:r>
            <a:r>
              <a:rPr lang="es-AR" sz="3200" i="1" u="sng" dirty="0"/>
              <a:t>Mientras</a:t>
            </a:r>
            <a:r>
              <a:rPr lang="es-AR" sz="3200" i="1" dirty="0"/>
              <a:t> elemento F1 no final y no hay</a:t>
            </a:r>
          </a:p>
          <a:p>
            <a:pPr marL="0" indent="0">
              <a:buNone/>
            </a:pPr>
            <a:r>
              <a:rPr lang="es-AR" sz="3200" i="1" dirty="0"/>
              <a:t>		Si elemento F1 = elemento F2</a:t>
            </a:r>
          </a:p>
          <a:p>
            <a:pPr marL="0" indent="0">
              <a:buNone/>
            </a:pPr>
            <a:r>
              <a:rPr lang="es-AR" sz="3200" i="1" dirty="0"/>
              <a:t>                              		hay:=</a:t>
            </a:r>
            <a:r>
              <a:rPr lang="es-AR" sz="3200" i="1" dirty="0" err="1"/>
              <a:t>Verdaddero</a:t>
            </a:r>
            <a:endParaRPr lang="es-AR" sz="3200" i="1" dirty="0"/>
          </a:p>
          <a:p>
            <a:pPr marL="0" indent="0">
              <a:buNone/>
            </a:pPr>
            <a:r>
              <a:rPr lang="es-AR" sz="3200" i="1" dirty="0"/>
              <a:t>		Sino</a:t>
            </a:r>
          </a:p>
          <a:p>
            <a:pPr marL="0" indent="0">
              <a:buNone/>
            </a:pPr>
            <a:r>
              <a:rPr lang="es-AR" i="1" dirty="0"/>
              <a:t>			obtener siguiente elemento de F1</a:t>
            </a:r>
          </a:p>
          <a:p>
            <a:pPr marL="0" indent="0">
              <a:buNone/>
            </a:pPr>
            <a:r>
              <a:rPr lang="es-AR" sz="3200" i="1" dirty="0"/>
              <a:t>		</a:t>
            </a:r>
            <a:r>
              <a:rPr lang="es-AR" sz="3200" i="1" dirty="0" err="1"/>
              <a:t>Fsi</a:t>
            </a:r>
            <a:endParaRPr lang="es-AR" sz="3200" i="1" dirty="0"/>
          </a:p>
          <a:p>
            <a:pPr marL="0" indent="0">
              <a:buNone/>
            </a:pPr>
            <a:r>
              <a:rPr lang="es-AR" sz="3200" i="1" dirty="0"/>
              <a:t>	</a:t>
            </a:r>
            <a:r>
              <a:rPr lang="es-AR" sz="3200" i="1" dirty="0" err="1"/>
              <a:t>Fmientras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i="1" dirty="0"/>
              <a:t>	Si no hay</a:t>
            </a:r>
          </a:p>
          <a:p>
            <a:pPr marL="0" indent="0">
              <a:buNone/>
            </a:pPr>
            <a:r>
              <a:rPr lang="es-AR" sz="3200" i="1" dirty="0"/>
              <a:t>		escribir elemento F2 en F3;</a:t>
            </a:r>
          </a:p>
          <a:p>
            <a:pPr marL="0" indent="0">
              <a:buNone/>
            </a:pPr>
            <a:r>
              <a:rPr lang="es-AR" sz="3200" i="1" dirty="0"/>
              <a:t>	</a:t>
            </a:r>
            <a:r>
              <a:rPr lang="es-AR" sz="3200" i="1" dirty="0" err="1"/>
              <a:t>Fsi</a:t>
            </a:r>
            <a:endParaRPr lang="es-AR" sz="3200" i="1" dirty="0"/>
          </a:p>
          <a:p>
            <a:pPr marL="0" indent="0">
              <a:buNone/>
            </a:pPr>
            <a:r>
              <a:rPr lang="es-AR" sz="3200" i="1" dirty="0"/>
              <a:t>	obtener siguiente elemento de F2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 </a:t>
            </a:r>
          </a:p>
          <a:p>
            <a:pPr marL="0" indent="0">
              <a:buNone/>
            </a:pPr>
            <a:r>
              <a:rPr lang="es-ES" dirty="0"/>
              <a:t>	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0407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Intersección de dos secuencias NO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	</a:t>
            </a:r>
            <a:r>
              <a:rPr lang="es-AR" dirty="0"/>
              <a:t>Se trata de colocar solo los elementos comunes de dos secuencias sin repetir en una tercera secuencia.</a:t>
            </a:r>
          </a:p>
          <a:p>
            <a:pPr marL="0" indent="0">
              <a:buNone/>
            </a:pPr>
            <a:r>
              <a:rPr lang="es-AR" sz="3200" i="1" dirty="0"/>
              <a:t>crear F3;</a:t>
            </a:r>
          </a:p>
          <a:p>
            <a:pPr marL="0" indent="0">
              <a:buNone/>
            </a:pPr>
            <a:r>
              <a:rPr lang="es-AR" sz="3200" i="1" dirty="0"/>
              <a:t>Obtener primer elemento de F1;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F1 no final</a:t>
            </a:r>
          </a:p>
          <a:p>
            <a:pPr marL="0" indent="0">
              <a:buNone/>
            </a:pPr>
            <a:r>
              <a:rPr lang="es-AR" sz="3200" i="1" dirty="0"/>
              <a:t>	verificar e incorporar elementos comunes</a:t>
            </a:r>
          </a:p>
          <a:p>
            <a:pPr marL="0" indent="0">
              <a:buNone/>
            </a:pPr>
            <a:r>
              <a:rPr lang="es-AR" sz="3200" i="1" dirty="0"/>
              <a:t>	obtener siguiente elemento de F1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 ;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32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Intersección de dos secuencias NO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AR" sz="3200" i="1" dirty="0"/>
              <a:t>Acción verificar e incorporar elementos comunes</a:t>
            </a:r>
          </a:p>
          <a:p>
            <a:pPr marL="0" indent="0">
              <a:buNone/>
            </a:pPr>
            <a:r>
              <a:rPr lang="es-AR" sz="3200" i="1" dirty="0"/>
              <a:t>Obtener primer elemento de F2;</a:t>
            </a:r>
          </a:p>
          <a:p>
            <a:pPr marL="0" indent="0">
              <a:buNone/>
            </a:pPr>
            <a:r>
              <a:rPr lang="es-AR" sz="3200" i="1" dirty="0"/>
              <a:t>Hay:= falso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F2 no final y no Hay</a:t>
            </a:r>
          </a:p>
          <a:p>
            <a:pPr marL="0" indent="0">
              <a:buNone/>
            </a:pPr>
            <a:r>
              <a:rPr lang="es-AR" sz="3200" i="1" dirty="0"/>
              <a:t>	Si elemento F1 = elemento F2</a:t>
            </a:r>
          </a:p>
          <a:p>
            <a:pPr marL="0" indent="0">
              <a:buNone/>
            </a:pPr>
            <a:r>
              <a:rPr lang="es-AR" i="1" dirty="0"/>
              <a:t>		H</a:t>
            </a:r>
            <a:r>
              <a:rPr lang="es-AR" sz="3200" i="1" dirty="0"/>
              <a:t>ay:=</a:t>
            </a:r>
            <a:r>
              <a:rPr lang="es-AR" sz="3200" i="1" dirty="0" err="1"/>
              <a:t>Verdaddero</a:t>
            </a:r>
            <a:endParaRPr lang="es-AR" sz="3200" i="1" dirty="0"/>
          </a:p>
          <a:p>
            <a:pPr marL="0" indent="0">
              <a:buNone/>
            </a:pPr>
            <a:r>
              <a:rPr lang="es-AR" sz="3200" i="1" dirty="0"/>
              <a:t>		Sino</a:t>
            </a:r>
          </a:p>
          <a:p>
            <a:pPr marL="0" indent="0">
              <a:buNone/>
            </a:pPr>
            <a:r>
              <a:rPr lang="es-AR" i="1" dirty="0"/>
              <a:t>		obtener siguiente elemento de F2</a:t>
            </a:r>
          </a:p>
          <a:p>
            <a:pPr marL="0" indent="0">
              <a:buNone/>
            </a:pPr>
            <a:r>
              <a:rPr lang="es-AR" sz="3200" i="1" dirty="0"/>
              <a:t>	</a:t>
            </a:r>
            <a:r>
              <a:rPr lang="es-AR" sz="3200" i="1" dirty="0" err="1"/>
              <a:t>Fsi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u="sng" dirty="0"/>
              <a:t>;</a:t>
            </a:r>
            <a:r>
              <a:rPr lang="es-AR" sz="3200" i="1" dirty="0"/>
              <a:t> </a:t>
            </a:r>
          </a:p>
          <a:p>
            <a:pPr marL="0" indent="0">
              <a:buNone/>
            </a:pPr>
            <a:r>
              <a:rPr lang="es-AR" i="1" dirty="0"/>
              <a:t>Si Hay</a:t>
            </a:r>
          </a:p>
          <a:p>
            <a:pPr marL="0" indent="0">
              <a:buNone/>
            </a:pPr>
            <a:r>
              <a:rPr lang="es-AR" i="1" dirty="0"/>
              <a:t>	escribir elemento F1 en F3</a:t>
            </a:r>
          </a:p>
          <a:p>
            <a:pPr marL="0" indent="0">
              <a:buNone/>
            </a:pPr>
            <a:r>
              <a:rPr lang="es-AR" i="1" dirty="0" err="1"/>
              <a:t>Fsi</a:t>
            </a:r>
            <a:r>
              <a:rPr lang="es-AR" i="1" dirty="0"/>
              <a:t>;	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27821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Fusión de dos secuencias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AR" dirty="0"/>
              <a:t>Se trata de colocar todos los elementos de dos secuencias ordenadas en una tercera secuencia ordenada.</a:t>
            </a:r>
          </a:p>
          <a:p>
            <a:pPr marL="0" indent="0">
              <a:buNone/>
            </a:pPr>
            <a:r>
              <a:rPr lang="es-AR" sz="3200" i="1" dirty="0"/>
              <a:t>crear F3;</a:t>
            </a:r>
          </a:p>
          <a:p>
            <a:pPr marL="0" indent="0">
              <a:buNone/>
            </a:pPr>
            <a:r>
              <a:rPr lang="es-AR" sz="3200" i="1" dirty="0"/>
              <a:t>Obtener primer elemento de F1;</a:t>
            </a:r>
          </a:p>
          <a:p>
            <a:pPr marL="0" indent="0">
              <a:buNone/>
            </a:pPr>
            <a:r>
              <a:rPr lang="es-AR" sz="3200" i="1" dirty="0"/>
              <a:t>Obtener primer elemento de F2;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F1 no final y elemento F2 no final</a:t>
            </a:r>
          </a:p>
          <a:p>
            <a:pPr marL="0" indent="0">
              <a:buNone/>
            </a:pPr>
            <a:r>
              <a:rPr lang="es-AR" sz="3200" i="1" dirty="0"/>
              <a:t>	Si elemento F1 =&lt; elemento F2</a:t>
            </a:r>
          </a:p>
          <a:p>
            <a:pPr marL="0" indent="0">
              <a:buNone/>
            </a:pPr>
            <a:r>
              <a:rPr lang="es-AR" sz="3200" i="1" dirty="0"/>
              <a:t>                          escribir elemento de F1 en F3;</a:t>
            </a:r>
          </a:p>
          <a:p>
            <a:pPr marL="0" indent="0">
              <a:buNone/>
            </a:pPr>
            <a:r>
              <a:rPr lang="es-AR" sz="3200" i="1" dirty="0"/>
              <a:t>	    obtener siguiente elemento de F1</a:t>
            </a:r>
          </a:p>
          <a:p>
            <a:pPr marL="0" indent="0">
              <a:buNone/>
            </a:pPr>
            <a:r>
              <a:rPr lang="es-AR" sz="3200" i="1" dirty="0"/>
              <a:t>	sino</a:t>
            </a:r>
          </a:p>
          <a:p>
            <a:pPr marL="0" indent="0">
              <a:buNone/>
            </a:pPr>
            <a:r>
              <a:rPr lang="es-AR" sz="3200" i="1" dirty="0"/>
              <a:t>                         escribir elemento de F2 en F3;</a:t>
            </a:r>
          </a:p>
          <a:p>
            <a:pPr marL="0" indent="0">
              <a:buNone/>
            </a:pPr>
            <a:r>
              <a:rPr lang="es-AR" sz="3200" i="1" dirty="0"/>
              <a:t>	    obtener siguiente elemento de F2</a:t>
            </a:r>
          </a:p>
          <a:p>
            <a:pPr marL="0" indent="0">
              <a:buNone/>
            </a:pPr>
            <a:r>
              <a:rPr lang="es-AR" sz="3200" i="1" dirty="0"/>
              <a:t>	</a:t>
            </a:r>
            <a:r>
              <a:rPr lang="es-AR" sz="3200" i="1" dirty="0" err="1"/>
              <a:t>Fsi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i="1" dirty="0"/>
              <a:t>Completar F3 con los elementos restantes de F1 y F2 según </a:t>
            </a:r>
            <a:r>
              <a:rPr lang="es-AR" i="1" dirty="0" err="1"/>
              <a:t>correponda</a:t>
            </a:r>
            <a:endParaRPr lang="es-AR" i="1" dirty="0"/>
          </a:p>
          <a:p>
            <a:pPr marL="0" indent="0">
              <a:buNone/>
            </a:pPr>
            <a:r>
              <a:rPr lang="es-ES" dirty="0"/>
              <a:t>	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6805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Fusión de dos secuencias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AR" b="1" i="1" dirty="0"/>
              <a:t>Acción</a:t>
            </a:r>
            <a:r>
              <a:rPr lang="es-AR" i="1" dirty="0"/>
              <a:t> Completar F3 con los elementos restantes de F1 y F2 según </a:t>
            </a:r>
            <a:r>
              <a:rPr lang="es-AR" i="1" dirty="0" err="1"/>
              <a:t>correponda</a:t>
            </a:r>
            <a:r>
              <a:rPr lang="es-AR" i="1" dirty="0"/>
              <a:t> </a:t>
            </a:r>
          </a:p>
          <a:p>
            <a:pPr marL="0" indent="0">
              <a:buNone/>
            </a:pPr>
            <a:endParaRPr lang="es-AR" i="1" dirty="0"/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F1 no final</a:t>
            </a:r>
          </a:p>
          <a:p>
            <a:pPr marL="0" indent="0">
              <a:buNone/>
            </a:pPr>
            <a:r>
              <a:rPr lang="es-AR" sz="3200" i="1" dirty="0"/>
              <a:t>	escribir elemento F1 en F3;</a:t>
            </a:r>
          </a:p>
          <a:p>
            <a:pPr marL="0" indent="0">
              <a:buNone/>
            </a:pPr>
            <a:r>
              <a:rPr lang="es-AR" sz="3200" i="1" dirty="0"/>
              <a:t>	obtener siguiente elemento de F1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i="1" u="sng" dirty="0"/>
              <a:t>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F2 no final</a:t>
            </a:r>
          </a:p>
          <a:p>
            <a:pPr marL="0" indent="0">
              <a:buNone/>
            </a:pPr>
            <a:r>
              <a:rPr lang="es-AR" sz="3200" i="1" dirty="0"/>
              <a:t>	escribir elemento F2 en F3;</a:t>
            </a:r>
          </a:p>
          <a:p>
            <a:pPr marL="0" indent="0">
              <a:buNone/>
            </a:pPr>
            <a:r>
              <a:rPr lang="es-AR" sz="3200" i="1" dirty="0"/>
              <a:t>	obtener siguiente elemento de F2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 ;</a:t>
            </a:r>
          </a:p>
          <a:p>
            <a:pPr marL="0" indent="0">
              <a:buNone/>
            </a:pPr>
            <a:endParaRPr lang="es-AR" sz="3200" i="1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45178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Reunión de dos secuencias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/>
              <a:t>	</a:t>
            </a:r>
            <a:r>
              <a:rPr lang="es-AR" dirty="0"/>
              <a:t>Se trata de colocar todos los elementos de dos secuencias ordenadas en una tercera secuencia ordenada sin repetir elementos.</a:t>
            </a:r>
          </a:p>
          <a:p>
            <a:pPr marL="0" indent="0">
              <a:buNone/>
            </a:pPr>
            <a:r>
              <a:rPr lang="es-AR" sz="3200" i="1" dirty="0"/>
              <a:t>crear F3;</a:t>
            </a:r>
          </a:p>
          <a:p>
            <a:pPr marL="0" indent="0">
              <a:buNone/>
            </a:pPr>
            <a:r>
              <a:rPr lang="es-AR" sz="3200" i="1" dirty="0"/>
              <a:t>Obtener primer elemento de F1;</a:t>
            </a:r>
          </a:p>
          <a:p>
            <a:pPr marL="0" indent="0">
              <a:buNone/>
            </a:pPr>
            <a:r>
              <a:rPr lang="es-AR" sz="3200" i="1" dirty="0"/>
              <a:t>Obtener primer elemento de F2;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F1 no final y elemento F2 no final</a:t>
            </a:r>
          </a:p>
          <a:p>
            <a:pPr marL="0" indent="0">
              <a:buNone/>
            </a:pPr>
            <a:r>
              <a:rPr lang="es-AR" sz="3200" i="1" dirty="0"/>
              <a:t>          Si elemento F1 = elemento F2</a:t>
            </a:r>
          </a:p>
          <a:p>
            <a:pPr marL="0" indent="0">
              <a:buNone/>
            </a:pPr>
            <a:r>
              <a:rPr lang="es-AR" sz="3200" i="1" dirty="0"/>
              <a:t>                    escribir elemento de F1 en F3;  obtener siguiente elemento de F1; obtener siguiente elemento de F2</a:t>
            </a:r>
          </a:p>
          <a:p>
            <a:pPr marL="0" indent="0">
              <a:buNone/>
            </a:pPr>
            <a:r>
              <a:rPr lang="es-AR" i="1" dirty="0"/>
              <a:t>          sino</a:t>
            </a:r>
            <a:endParaRPr lang="es-AR" sz="3200" i="1" dirty="0"/>
          </a:p>
          <a:p>
            <a:pPr marL="0" indent="0">
              <a:buNone/>
            </a:pPr>
            <a:r>
              <a:rPr lang="es-AR" sz="3200" i="1" dirty="0"/>
              <a:t>                    Si elemento F1 &lt; elemento F2</a:t>
            </a:r>
          </a:p>
          <a:p>
            <a:pPr marL="0" indent="0">
              <a:buNone/>
            </a:pPr>
            <a:r>
              <a:rPr lang="es-AR" sz="3200" i="1" dirty="0"/>
              <a:t>                              escribir elemento de F1 en F3;</a:t>
            </a:r>
          </a:p>
          <a:p>
            <a:pPr marL="0" indent="0">
              <a:buNone/>
            </a:pPr>
            <a:r>
              <a:rPr lang="es-AR" sz="3200" i="1" dirty="0"/>
              <a:t>	        obtener siguiente elemento de F1</a:t>
            </a:r>
          </a:p>
          <a:p>
            <a:pPr marL="0" indent="0">
              <a:buNone/>
            </a:pPr>
            <a:r>
              <a:rPr lang="es-AR" sz="3200" i="1" dirty="0"/>
              <a:t>	    sino</a:t>
            </a:r>
          </a:p>
          <a:p>
            <a:pPr marL="0" indent="0">
              <a:buNone/>
            </a:pPr>
            <a:r>
              <a:rPr lang="es-AR" sz="3200" i="1" dirty="0"/>
              <a:t>                              escribir elemento de F2 en F3;</a:t>
            </a:r>
          </a:p>
          <a:p>
            <a:pPr marL="0" indent="0">
              <a:buNone/>
            </a:pPr>
            <a:r>
              <a:rPr lang="es-AR" sz="3200" i="1" dirty="0"/>
              <a:t>	         obtener siguiente elemento de F2</a:t>
            </a:r>
          </a:p>
          <a:p>
            <a:pPr marL="0" indent="0">
              <a:buNone/>
            </a:pPr>
            <a:r>
              <a:rPr lang="es-AR" i="1" dirty="0"/>
              <a:t>                    </a:t>
            </a:r>
            <a:r>
              <a:rPr lang="es-AR" i="1" dirty="0" err="1"/>
              <a:t>Fsi</a:t>
            </a:r>
            <a:r>
              <a:rPr lang="es-AR" i="1" dirty="0"/>
              <a:t>;</a:t>
            </a:r>
            <a:endParaRPr lang="es-AR" sz="3200" i="1" dirty="0"/>
          </a:p>
          <a:p>
            <a:pPr marL="0" indent="0">
              <a:buNone/>
            </a:pPr>
            <a:r>
              <a:rPr lang="es-AR" i="1" dirty="0"/>
              <a:t>          </a:t>
            </a:r>
            <a:r>
              <a:rPr lang="es-AR" sz="3200" i="1" dirty="0" err="1"/>
              <a:t>Fsi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i="1" dirty="0"/>
              <a:t>Completar F3 con los elementos restantes de F1 y F2 según </a:t>
            </a:r>
            <a:r>
              <a:rPr lang="es-AR" i="1" dirty="0" err="1"/>
              <a:t>correponda</a:t>
            </a:r>
            <a:endParaRPr lang="es-AR" i="1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80671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Intersección de dos secuencias ORDENADAS</a:t>
            </a:r>
            <a:endParaRPr lang="es-AR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6048" y="1556792"/>
            <a:ext cx="8229600" cy="516572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	</a:t>
            </a:r>
            <a:r>
              <a:rPr lang="es-AR" dirty="0"/>
              <a:t>Se trata de colocar los elementos comunes de dos secuencias ordenadas en una tercera secuencia ordenada sin repetir elementos.</a:t>
            </a:r>
          </a:p>
          <a:p>
            <a:pPr marL="0" indent="0">
              <a:buNone/>
            </a:pPr>
            <a:r>
              <a:rPr lang="es-AR" sz="3200" i="1" dirty="0"/>
              <a:t>crear F3;</a:t>
            </a:r>
          </a:p>
          <a:p>
            <a:pPr marL="0" indent="0">
              <a:buNone/>
            </a:pPr>
            <a:r>
              <a:rPr lang="es-AR" sz="3200" i="1" dirty="0"/>
              <a:t>Obtener primer elemento de F1;</a:t>
            </a:r>
          </a:p>
          <a:p>
            <a:pPr marL="0" indent="0">
              <a:buNone/>
            </a:pPr>
            <a:r>
              <a:rPr lang="es-AR" sz="3200" i="1" dirty="0"/>
              <a:t>Obtener primer elemento de F2;</a:t>
            </a:r>
          </a:p>
          <a:p>
            <a:pPr marL="0" indent="0">
              <a:buNone/>
            </a:pPr>
            <a:r>
              <a:rPr lang="es-AR" sz="3200" i="1" u="sng" dirty="0"/>
              <a:t>Mientras</a:t>
            </a:r>
            <a:r>
              <a:rPr lang="es-AR" sz="3200" i="1" dirty="0"/>
              <a:t> elemento F1 no final y elemento F2 no final</a:t>
            </a:r>
          </a:p>
          <a:p>
            <a:pPr marL="0" indent="0">
              <a:buNone/>
            </a:pPr>
            <a:r>
              <a:rPr lang="es-AR" sz="3200" i="1" dirty="0"/>
              <a:t>          Si elemento F1 = elemento F2</a:t>
            </a:r>
          </a:p>
          <a:p>
            <a:pPr marL="0" indent="0">
              <a:buNone/>
            </a:pPr>
            <a:r>
              <a:rPr lang="es-AR" sz="3200" i="1" dirty="0"/>
              <a:t>                    escribir elemento de F1 en F3;</a:t>
            </a:r>
          </a:p>
          <a:p>
            <a:pPr marL="0" indent="0">
              <a:buNone/>
            </a:pPr>
            <a:r>
              <a:rPr lang="es-AR" sz="3200" i="1" dirty="0"/>
              <a:t>                    obtener siguiente elemento de F1;</a:t>
            </a:r>
          </a:p>
          <a:p>
            <a:pPr marL="0" indent="0">
              <a:buNone/>
            </a:pPr>
            <a:r>
              <a:rPr lang="es-AR" i="1" dirty="0"/>
              <a:t>                   </a:t>
            </a:r>
            <a:r>
              <a:rPr lang="es-AR" sz="3200" i="1" dirty="0"/>
              <a:t> obtener siguiente elemento de F2</a:t>
            </a:r>
          </a:p>
          <a:p>
            <a:pPr marL="0" indent="0">
              <a:buNone/>
            </a:pPr>
            <a:r>
              <a:rPr lang="es-AR" i="1" dirty="0"/>
              <a:t>               sino</a:t>
            </a:r>
            <a:endParaRPr lang="es-AR" sz="3200" i="1" dirty="0"/>
          </a:p>
          <a:p>
            <a:pPr marL="0" indent="0">
              <a:buNone/>
            </a:pPr>
            <a:r>
              <a:rPr lang="es-AR" sz="3200" i="1" dirty="0"/>
              <a:t>                    Si elemento F1 &lt; elemento F2</a:t>
            </a:r>
          </a:p>
          <a:p>
            <a:pPr marL="0" indent="0">
              <a:buNone/>
            </a:pPr>
            <a:r>
              <a:rPr lang="es-AR" sz="3200" i="1" dirty="0"/>
              <a:t>	        obtener siguiente elemento de F1</a:t>
            </a:r>
          </a:p>
          <a:p>
            <a:pPr marL="0" indent="0">
              <a:buNone/>
            </a:pPr>
            <a:r>
              <a:rPr lang="es-AR" sz="3200" i="1" dirty="0"/>
              <a:t>	    sino</a:t>
            </a:r>
          </a:p>
          <a:p>
            <a:pPr marL="0" indent="0">
              <a:buNone/>
            </a:pPr>
            <a:r>
              <a:rPr lang="es-AR" sz="3200" i="1" dirty="0"/>
              <a:t>	         obtener siguiente elemento de F2</a:t>
            </a:r>
          </a:p>
          <a:p>
            <a:pPr marL="0" indent="0">
              <a:buNone/>
            </a:pPr>
            <a:r>
              <a:rPr lang="es-AR" i="1" dirty="0"/>
              <a:t>                    </a:t>
            </a:r>
            <a:r>
              <a:rPr lang="es-AR" i="1" dirty="0" err="1"/>
              <a:t>Fsi</a:t>
            </a:r>
            <a:r>
              <a:rPr lang="es-AR" i="1" dirty="0"/>
              <a:t>;</a:t>
            </a:r>
            <a:endParaRPr lang="es-AR" sz="3200" i="1" dirty="0"/>
          </a:p>
          <a:p>
            <a:pPr marL="0" indent="0">
              <a:buNone/>
            </a:pPr>
            <a:r>
              <a:rPr lang="es-AR" i="1" dirty="0"/>
              <a:t>          </a:t>
            </a:r>
            <a:r>
              <a:rPr lang="es-AR" sz="3200" i="1" dirty="0" err="1"/>
              <a:t>Fsi</a:t>
            </a:r>
            <a:r>
              <a:rPr lang="es-AR" sz="3200" i="1" dirty="0"/>
              <a:t>;</a:t>
            </a:r>
          </a:p>
          <a:p>
            <a:pPr marL="0" indent="0">
              <a:buNone/>
            </a:pPr>
            <a:r>
              <a:rPr lang="es-AR" sz="3200" i="1" u="sng" dirty="0" err="1"/>
              <a:t>Fmientras</a:t>
            </a:r>
            <a:r>
              <a:rPr lang="es-AR" sz="3200" i="1" dirty="0"/>
              <a:t>;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8933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934</Words>
  <Application>Microsoft Office PowerPoint</Application>
  <PresentationFormat>Presentación en pantalla (4:3)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Verdana</vt:lpstr>
      <vt:lpstr>Tema de Office</vt:lpstr>
      <vt:lpstr>Tratamientos elementales sobre secuencias</vt:lpstr>
      <vt:lpstr>Enumeración</vt:lpstr>
      <vt:lpstr>Enumeración</vt:lpstr>
      <vt:lpstr>Enumeración Parcial</vt:lpstr>
      <vt:lpstr>Tratamiento de los n primeros elementos</vt:lpstr>
      <vt:lpstr>Concatenación de dos secuencias </vt:lpstr>
      <vt:lpstr>Concatenación de dos secuencias </vt:lpstr>
      <vt:lpstr>Reunión de dos secuencias NO ORDENADAS</vt:lpstr>
      <vt:lpstr>Reunión de dos secuencias NO ORDENADAS</vt:lpstr>
      <vt:lpstr>Intersección de dos secuencias NO ORDENADAS</vt:lpstr>
      <vt:lpstr>Intersección de dos secuencias NO ORDENADAS</vt:lpstr>
      <vt:lpstr>Fusión de dos secuencias ORDENADAS</vt:lpstr>
      <vt:lpstr>Fusión de dos secuencias ORDENADAS</vt:lpstr>
      <vt:lpstr>Reunión de dos secuencias ORDENADAS</vt:lpstr>
      <vt:lpstr>Intersección de dos secuencias ORDENADAS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Máquina de Caracteres</dc:title>
  <dc:creator>Planificacion</dc:creator>
  <cp:lastModifiedBy>Rafael Yurkevich</cp:lastModifiedBy>
  <cp:revision>14</cp:revision>
  <dcterms:created xsi:type="dcterms:W3CDTF">2021-04-06T13:04:30Z</dcterms:created>
  <dcterms:modified xsi:type="dcterms:W3CDTF">2024-04-05T15:40:31Z</dcterms:modified>
</cp:coreProperties>
</file>