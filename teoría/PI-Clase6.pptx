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  <p:sldId id="261" r:id="rId4"/>
    <p:sldId id="259" r:id="rId5"/>
    <p:sldId id="264" r:id="rId6"/>
    <p:sldId id="263" r:id="rId7"/>
    <p:sldId id="260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4B73220-338C-4C9C-A71B-0112541F36CE}">
          <p14:sldIdLst>
            <p14:sldId id="280"/>
            <p14:sldId id="281"/>
          </p14:sldIdLst>
        </p14:section>
        <p14:section name="Sección sin título" id="{AB436902-1EB6-4E82-86BB-FE7BD5B16039}">
          <p14:sldIdLst>
            <p14:sldId id="261"/>
            <p14:sldId id="259"/>
            <p14:sldId id="264"/>
            <p14:sldId id="263"/>
            <p14:sldId id="260"/>
            <p14:sldId id="262"/>
            <p14:sldId id="265"/>
            <p14:sldId id="266"/>
            <p14:sldId id="267"/>
            <p14:sldId id="268"/>
            <p14:sldId id="269"/>
            <p14:sldId id="270"/>
            <p14:sldId id="271"/>
            <p14:sldId id="273"/>
            <p14:sldId id="272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682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404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61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041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841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587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839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067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445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546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4225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CC7E-1664-4433-9884-EE057B8BC7B2}" type="datetimeFigureOut">
              <a:rPr lang="es-AR" smtClean="0"/>
              <a:t>4/4/2024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348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Máquina de Caracteres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082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La Máquina de Caracteres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			          CC</a:t>
            </a:r>
          </a:p>
          <a:p>
            <a:pPr marL="0" indent="0">
              <a:buNone/>
            </a:pPr>
            <a:r>
              <a:rPr lang="es-ES" dirty="0"/>
              <a:t>	                       			              marca</a:t>
            </a:r>
            <a:endParaRPr lang="es-AR" dirty="0"/>
          </a:p>
        </p:txBody>
      </p:sp>
      <p:sp>
        <p:nvSpPr>
          <p:cNvPr id="4" name="3 Rectángulo redondeado"/>
          <p:cNvSpPr/>
          <p:nvPr/>
        </p:nvSpPr>
        <p:spPr>
          <a:xfrm>
            <a:off x="3059936" y="2276872"/>
            <a:ext cx="3528392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283968" y="2700049"/>
            <a:ext cx="1008112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5 Rectángulo"/>
          <p:cNvSpPr/>
          <p:nvPr/>
        </p:nvSpPr>
        <p:spPr>
          <a:xfrm>
            <a:off x="2116923" y="2771464"/>
            <a:ext cx="936000" cy="432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Rectángulo"/>
          <p:cNvSpPr/>
          <p:nvPr/>
        </p:nvSpPr>
        <p:spPr>
          <a:xfrm>
            <a:off x="6588328" y="2744948"/>
            <a:ext cx="936000" cy="432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4284020" y="2772081"/>
            <a:ext cx="1008112" cy="432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Rectángulo"/>
          <p:cNvSpPr/>
          <p:nvPr/>
        </p:nvSpPr>
        <p:spPr>
          <a:xfrm>
            <a:off x="4445848" y="2695077"/>
            <a:ext cx="68445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E</a:t>
            </a:r>
          </a:p>
        </p:txBody>
      </p:sp>
      <p:cxnSp>
        <p:nvCxnSpPr>
          <p:cNvPr id="17" name="16 Conector recto de flecha"/>
          <p:cNvCxnSpPr/>
          <p:nvPr/>
        </p:nvCxnSpPr>
        <p:spPr>
          <a:xfrm flipH="1">
            <a:off x="4716016" y="1988840"/>
            <a:ext cx="360040" cy="78324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Datos"/>
          <p:cNvSpPr/>
          <p:nvPr/>
        </p:nvSpPr>
        <p:spPr>
          <a:xfrm>
            <a:off x="2357616" y="3695998"/>
            <a:ext cx="4176464" cy="129614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0" name="19 Paralelogramo"/>
          <p:cNvSpPr/>
          <p:nvPr/>
        </p:nvSpPr>
        <p:spPr>
          <a:xfrm>
            <a:off x="3203848" y="4280030"/>
            <a:ext cx="900000" cy="468000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Paralelogramo"/>
          <p:cNvSpPr/>
          <p:nvPr/>
        </p:nvSpPr>
        <p:spPr>
          <a:xfrm>
            <a:off x="4485854" y="4280030"/>
            <a:ext cx="900000" cy="468000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Rectángulo"/>
          <p:cNvSpPr/>
          <p:nvPr/>
        </p:nvSpPr>
        <p:spPr>
          <a:xfrm>
            <a:off x="4606247" y="4224810"/>
            <a:ext cx="56380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Av</a:t>
            </a:r>
            <a:endParaRPr lang="es-ES" sz="28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3324374" y="4252420"/>
            <a:ext cx="65915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Arr</a:t>
            </a:r>
            <a:endParaRPr lang="es-ES" sz="28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24 Rectángulo"/>
          <p:cNvSpPr/>
          <p:nvPr/>
        </p:nvSpPr>
        <p:spPr>
          <a:xfrm>
            <a:off x="6881440" y="2730115"/>
            <a:ext cx="34977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o</a:t>
            </a:r>
          </a:p>
        </p:txBody>
      </p:sp>
      <p:sp>
        <p:nvSpPr>
          <p:cNvPr id="7" name="6 Flecha izquierda"/>
          <p:cNvSpPr/>
          <p:nvPr/>
        </p:nvSpPr>
        <p:spPr>
          <a:xfrm>
            <a:off x="1138515" y="2771464"/>
            <a:ext cx="978408" cy="484632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5" name="14 Conector angular"/>
          <p:cNvCxnSpPr/>
          <p:nvPr/>
        </p:nvCxnSpPr>
        <p:spPr>
          <a:xfrm rot="10800000" flipV="1">
            <a:off x="7231216" y="2695076"/>
            <a:ext cx="653152" cy="247893"/>
          </a:xfrm>
          <a:prstGeom prst="bent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92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los Caracteres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</a:t>
            </a:r>
          </a:p>
          <a:p>
            <a:pPr marL="0" indent="0">
              <a:buNone/>
            </a:pPr>
            <a:r>
              <a:rPr lang="es-ES" dirty="0"/>
              <a:t>                  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Av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caracteres”)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5194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los Caracteres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Mientras CC &lt;&gt; “marca”</a:t>
            </a:r>
          </a:p>
          <a:p>
            <a:pPr marL="0" indent="0">
              <a:buNone/>
            </a:pPr>
            <a:r>
              <a:rPr lang="es-ES" dirty="0"/>
              <a:t>                  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Av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caracteres”)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32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los Caracteres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FF0000"/>
                </a:solidFill>
              </a:rPr>
              <a:t>Tengo un carácter, si es la marca termino, sino cuento y busco el carácter siguiente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Mientras CC &lt;&gt; “marca”</a:t>
            </a:r>
          </a:p>
          <a:p>
            <a:pPr marL="0" indent="0">
              <a:buNone/>
            </a:pPr>
            <a:r>
              <a:rPr lang="es-ES" dirty="0"/>
              <a:t>                  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Av</a:t>
            </a:r>
            <a:endParaRPr lang="es-ES" dirty="0"/>
          </a:p>
          <a:p>
            <a:pPr marL="0" indent="0">
              <a:buNone/>
            </a:pPr>
            <a:r>
              <a:rPr lang="es-ES" sz="1800" dirty="0">
                <a:solidFill>
                  <a:srgbClr val="FF0000"/>
                </a:solidFill>
              </a:rPr>
              <a:t>Tengo un carácter, si es la marca termino, sino cuento y busco el carácter siguiente</a:t>
            </a:r>
            <a:endParaRPr lang="es-ES" sz="1800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caracteres”)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6805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514402"/>
          </a:xfrm>
        </p:spPr>
        <p:txBody>
          <a:bodyPr>
            <a:normAutofit/>
          </a:bodyPr>
          <a:lstStyle/>
          <a:p>
            <a:r>
              <a:rPr lang="es-ES" sz="80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las “a”</a:t>
            </a:r>
            <a:endParaRPr lang="es-AR" sz="8000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861048"/>
            <a:ext cx="8229600" cy="22651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5359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las “a”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Mientras CC &lt;&gt; “marca”</a:t>
            </a:r>
          </a:p>
          <a:p>
            <a:pPr marL="0" indent="0">
              <a:buNone/>
            </a:pPr>
            <a:r>
              <a:rPr lang="es-ES" dirty="0"/>
              <a:t>                	</a:t>
            </a:r>
          </a:p>
          <a:p>
            <a:pPr marL="0" indent="0">
              <a:buNone/>
            </a:pPr>
            <a:r>
              <a:rPr lang="es-ES" dirty="0"/>
              <a:t>                  	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Av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4657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las “a”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Mientras CC &lt;&gt; “marca”</a:t>
            </a:r>
          </a:p>
          <a:p>
            <a:pPr marL="0" indent="0">
              <a:buNone/>
            </a:pPr>
            <a:r>
              <a:rPr lang="es-ES" dirty="0"/>
              <a:t>                	Si CC = “a”</a:t>
            </a:r>
          </a:p>
          <a:p>
            <a:pPr marL="0" indent="0">
              <a:buNone/>
            </a:pPr>
            <a:r>
              <a:rPr lang="es-ES" dirty="0"/>
              <a:t>                  	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Fsi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Av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 a”)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7649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las “a”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ARR-A</a:t>
            </a:r>
          </a:p>
          <a:p>
            <a:pPr marL="0" indent="0">
              <a:buNone/>
            </a:pPr>
            <a:r>
              <a:rPr lang="es-ES" dirty="0"/>
              <a:t>	Mientras CC&lt;&gt;”Marca”</a:t>
            </a:r>
          </a:p>
          <a:p>
            <a:pPr marL="0" indent="0">
              <a:buNone/>
            </a:pPr>
            <a:r>
              <a:rPr lang="es-ES" dirty="0"/>
              <a:t>   		</a:t>
            </a:r>
            <a:r>
              <a:rPr lang="es-ES" dirty="0" err="1"/>
              <a:t>cont</a:t>
            </a:r>
            <a:r>
              <a:rPr lang="es-ES" dirty="0"/>
              <a:t>+= 1</a:t>
            </a:r>
          </a:p>
          <a:p>
            <a:pPr marL="0" indent="0">
              <a:buNone/>
            </a:pPr>
            <a:r>
              <a:rPr lang="es-ES" dirty="0"/>
              <a:t>		AV-A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 a”)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50562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las “a”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ARR-A Rutina</a:t>
            </a:r>
          </a:p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Mientras CC&lt;&gt;”Marca” &amp; CC&lt;&gt;”a”</a:t>
            </a:r>
          </a:p>
          <a:p>
            <a:pPr marL="0" indent="0">
              <a:buNone/>
            </a:pPr>
            <a:r>
              <a:rPr lang="es-ES" dirty="0"/>
              <a:t>   		AV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AV-A Rutina</a:t>
            </a:r>
          </a:p>
          <a:p>
            <a:pPr marL="0" indent="0">
              <a:buNone/>
            </a:pPr>
            <a:r>
              <a:rPr lang="es-ES" dirty="0"/>
              <a:t>	Repetir</a:t>
            </a:r>
          </a:p>
          <a:p>
            <a:pPr marL="0" indent="0">
              <a:buNone/>
            </a:pPr>
            <a:r>
              <a:rPr lang="es-ES" dirty="0"/>
              <a:t>		AV</a:t>
            </a:r>
          </a:p>
          <a:p>
            <a:pPr marL="0" indent="0">
              <a:buNone/>
            </a:pPr>
            <a:r>
              <a:rPr lang="es-ES" dirty="0"/>
              <a:t>	Hasta que CC =”Marca” | CC=”a”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1020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ITERACIONES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dirty="0"/>
              <a:t>Con condición al inicio (condición de continuación) 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i="1" dirty="0"/>
              <a:t>Mientras CONDICION</a:t>
            </a:r>
          </a:p>
          <a:p>
            <a:pPr marL="0" indent="0">
              <a:buNone/>
            </a:pPr>
            <a:r>
              <a:rPr lang="es-ES" i="1" dirty="0"/>
              <a:t>  		Acción</a:t>
            </a:r>
          </a:p>
          <a:p>
            <a:pPr marL="0" indent="0">
              <a:buNone/>
            </a:pPr>
            <a:r>
              <a:rPr lang="es-ES" i="1" dirty="0"/>
              <a:t>	</a:t>
            </a:r>
            <a:r>
              <a:rPr lang="es-ES" i="1" dirty="0" err="1"/>
              <a:t>Fmientras</a:t>
            </a:r>
            <a:r>
              <a:rPr lang="es-ES" dirty="0"/>
              <a:t>         </a:t>
            </a:r>
          </a:p>
          <a:p>
            <a:pPr marL="0" indent="0">
              <a:buNone/>
            </a:pPr>
            <a:r>
              <a:rPr lang="es-ES" dirty="0"/>
              <a:t>Con condición al final (condición de Terminación) </a:t>
            </a:r>
          </a:p>
          <a:p>
            <a:pPr marL="0" indent="0">
              <a:buNone/>
            </a:pPr>
            <a:r>
              <a:rPr lang="es-ES" i="1" dirty="0"/>
              <a:t>	Repetir</a:t>
            </a:r>
          </a:p>
          <a:p>
            <a:pPr marL="0" indent="0">
              <a:buNone/>
            </a:pPr>
            <a:r>
              <a:rPr lang="es-ES" i="1" dirty="0"/>
              <a:t>		Acción</a:t>
            </a:r>
          </a:p>
          <a:p>
            <a:pPr marL="0" indent="0">
              <a:buNone/>
            </a:pPr>
            <a:r>
              <a:rPr lang="es-ES" i="1" dirty="0"/>
              <a:t>	Hasta que CONDICION</a:t>
            </a:r>
            <a:endParaRPr lang="es-AR" i="1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4693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ITERACIONES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Si se conoce el número de elementos a tratar 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i="1" dirty="0"/>
              <a:t>Para i=1 hasta N de 1 en 1</a:t>
            </a:r>
            <a:br>
              <a:rPr lang="es-ES" i="1" dirty="0"/>
            </a:br>
            <a:r>
              <a:rPr lang="es-ES" i="1" dirty="0"/>
              <a:t>  		Acción</a:t>
            </a:r>
          </a:p>
          <a:p>
            <a:pPr marL="0" indent="0">
              <a:buNone/>
            </a:pPr>
            <a:r>
              <a:rPr lang="es-ES" i="1" dirty="0"/>
              <a:t>	</a:t>
            </a:r>
            <a:r>
              <a:rPr lang="es-ES" i="1" dirty="0" err="1"/>
              <a:t>Fpara</a:t>
            </a:r>
            <a:r>
              <a:rPr lang="es-ES" dirty="0"/>
              <a:t>  </a:t>
            </a:r>
          </a:p>
          <a:p>
            <a:pPr marL="0" indent="0">
              <a:buNone/>
            </a:pPr>
            <a:r>
              <a:rPr lang="es-ES" dirty="0"/>
              <a:t>       </a:t>
            </a:r>
          </a:p>
          <a:p>
            <a:pPr marL="0" indent="0">
              <a:buNone/>
            </a:pPr>
            <a:r>
              <a:rPr lang="es-ES" i="1" dirty="0"/>
              <a:t>	Repetir n Veces</a:t>
            </a:r>
          </a:p>
          <a:p>
            <a:pPr marL="0" indent="0">
              <a:buNone/>
            </a:pPr>
            <a:r>
              <a:rPr lang="es-ES" i="1" dirty="0"/>
              <a:t>		Acción</a:t>
            </a:r>
          </a:p>
          <a:p>
            <a:pPr marL="0" indent="0">
              <a:buNone/>
            </a:pPr>
            <a:r>
              <a:rPr lang="es-ES" i="1" dirty="0"/>
              <a:t>	</a:t>
            </a:r>
            <a:r>
              <a:rPr lang="es-ES" i="1" dirty="0" err="1"/>
              <a:t>Frepetir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7675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298378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 las </a:t>
            </a:r>
            <a:r>
              <a:rPr lang="es-ES" sz="7200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sz="7200" b="1" i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284984"/>
            <a:ext cx="8219256" cy="2841179"/>
          </a:xfrm>
        </p:spPr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10114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es-ES" sz="4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72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4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sz="4900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sz="4900" b="1" i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47133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Mientras CC &lt;&gt; “marca”</a:t>
            </a:r>
          </a:p>
          <a:p>
            <a:pPr marL="0" indent="0">
              <a:buNone/>
            </a:pPr>
            <a:r>
              <a:rPr lang="es-ES" dirty="0"/>
              <a:t>                	Si CC = “a” &amp; CA = “l”</a:t>
            </a:r>
          </a:p>
          <a:p>
            <a:pPr marL="0" indent="0">
              <a:buNone/>
            </a:pPr>
            <a:r>
              <a:rPr lang="es-ES" dirty="0"/>
              <a:t>                  	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Fsi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          CA=CC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Av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 ´la´”)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72045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es-ES" sz="4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72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4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sz="4900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sz="4900" b="1" i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	ARR-PAR</a:t>
            </a:r>
          </a:p>
          <a:p>
            <a:pPr marL="0" indent="0">
              <a:buNone/>
            </a:pPr>
            <a:r>
              <a:rPr lang="es-ES" dirty="0"/>
              <a:t>	Mientras CC &lt;&gt; “marca”</a:t>
            </a:r>
          </a:p>
          <a:p>
            <a:pPr marL="0" indent="0">
              <a:buNone/>
            </a:pPr>
            <a:r>
              <a:rPr lang="es-ES" dirty="0"/>
              <a:t>                	Si CC = “a” &amp; CA = “l”</a:t>
            </a:r>
          </a:p>
          <a:p>
            <a:pPr marL="0" indent="0">
              <a:buNone/>
            </a:pPr>
            <a:r>
              <a:rPr lang="es-ES" dirty="0"/>
              <a:t>                  	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Fsi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        AV-PAR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 ´la´”)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3845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60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/>
              <a:t>ARR-PAR Rutina</a:t>
            </a:r>
          </a:p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Si CC &lt;&gt; “Marca”</a:t>
            </a:r>
          </a:p>
          <a:p>
            <a:pPr marL="0" indent="0">
              <a:buNone/>
            </a:pPr>
            <a:r>
              <a:rPr lang="es-ES" dirty="0"/>
              <a:t> 	    CA=CC</a:t>
            </a:r>
          </a:p>
          <a:p>
            <a:pPr marL="0" indent="0">
              <a:buNone/>
            </a:pPr>
            <a:r>
              <a:rPr lang="es-ES" dirty="0"/>
              <a:t>               AV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Fsi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AV-PAR Rutina</a:t>
            </a:r>
          </a:p>
          <a:p>
            <a:pPr marL="0" indent="0">
              <a:buNone/>
            </a:pPr>
            <a:r>
              <a:rPr lang="es-ES" dirty="0"/>
              <a:t>	CA=CC</a:t>
            </a:r>
          </a:p>
          <a:p>
            <a:pPr marL="0" indent="0">
              <a:buNone/>
            </a:pPr>
            <a:r>
              <a:rPr lang="es-ES" dirty="0"/>
              <a:t>	AV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77772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es-ES" sz="4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72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49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sz="4900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sz="4900" b="1" i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	ARR-LA</a:t>
            </a:r>
          </a:p>
          <a:p>
            <a:pPr marL="0" indent="0">
              <a:buNone/>
            </a:pPr>
            <a:r>
              <a:rPr lang="es-ES" dirty="0"/>
              <a:t>	Mientras CC &lt;&gt; “marca”</a:t>
            </a:r>
          </a:p>
          <a:p>
            <a:pPr marL="0" indent="0">
              <a:buNone/>
            </a:pPr>
            <a:r>
              <a:rPr lang="es-ES" dirty="0"/>
              <a:t>		</a:t>
            </a:r>
            <a:r>
              <a:rPr lang="es-ES" dirty="0" err="1"/>
              <a:t>cont</a:t>
            </a:r>
            <a:r>
              <a:rPr lang="es-ES" dirty="0"/>
              <a:t> += 1</a:t>
            </a:r>
          </a:p>
          <a:p>
            <a:pPr marL="0" indent="0">
              <a:buNone/>
            </a:pPr>
            <a:r>
              <a:rPr lang="es-ES" dirty="0"/>
              <a:t>		AV-LA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Fmientras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Escribir(“Hay “&amp;</a:t>
            </a:r>
            <a:r>
              <a:rPr lang="es-ES" dirty="0" err="1"/>
              <a:t>cont</a:t>
            </a:r>
            <a:r>
              <a:rPr lang="es-ES" dirty="0"/>
              <a:t>&amp;” caracteres ´la´”)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2239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Contar</a:t>
            </a:r>
            <a:r>
              <a:rPr lang="es-ES" sz="60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 </a:t>
            </a:r>
            <a:r>
              <a:rPr lang="es-ES" b="1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“la”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dirty="0"/>
              <a:t>ARR-LA Rutina</a:t>
            </a:r>
          </a:p>
          <a:p>
            <a:pPr marL="0" indent="0">
              <a:buNone/>
            </a:pPr>
            <a:r>
              <a:rPr lang="es-ES" dirty="0"/>
              <a:t>	ARR</a:t>
            </a:r>
          </a:p>
          <a:p>
            <a:pPr marL="0" indent="0">
              <a:buNone/>
            </a:pPr>
            <a:r>
              <a:rPr lang="es-ES" dirty="0"/>
              <a:t>	Mientras CC &lt;&gt; “Marca” &amp; (CC&lt;&gt;“a” | CA&lt;&gt;”l”)</a:t>
            </a:r>
          </a:p>
          <a:p>
            <a:pPr marL="0" indent="0">
              <a:buNone/>
            </a:pPr>
            <a:r>
              <a:rPr lang="es-ES" dirty="0"/>
              <a:t> 	    CA=CC</a:t>
            </a:r>
          </a:p>
          <a:p>
            <a:pPr marL="0" indent="0">
              <a:buNone/>
            </a:pPr>
            <a:r>
              <a:rPr lang="es-ES" dirty="0"/>
              <a:t>                  AV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Fsi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AV-LA Rutina</a:t>
            </a:r>
          </a:p>
          <a:p>
            <a:pPr marL="0" indent="0">
              <a:buNone/>
            </a:pPr>
            <a:r>
              <a:rPr lang="es-ES" dirty="0"/>
              <a:t> 	Repetir</a:t>
            </a:r>
          </a:p>
          <a:p>
            <a:pPr marL="0" indent="0">
              <a:buNone/>
            </a:pPr>
            <a:r>
              <a:rPr lang="es-ES" dirty="0"/>
              <a:t>		CA=CC</a:t>
            </a:r>
          </a:p>
          <a:p>
            <a:pPr marL="0" indent="0">
              <a:buNone/>
            </a:pPr>
            <a:r>
              <a:rPr lang="es-ES" dirty="0"/>
              <a:t>		AV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Hata</a:t>
            </a:r>
            <a:r>
              <a:rPr lang="es-ES" dirty="0"/>
              <a:t> que CC = “marca” | (CC=“a” &amp; CA=“l”)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577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E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 </a:t>
            </a:r>
            <a:r>
              <a:rPr lang="es-ES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</a:t>
            </a:r>
            <a:r>
              <a:rPr lang="es-ES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la lleno de lavanda</a:t>
            </a:r>
            <a:endParaRPr lang="es-AR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3641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646</Words>
  <Application>Microsoft Office PowerPoint</Application>
  <PresentationFormat>Presentación en pantalla (4:3)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Verdana</vt:lpstr>
      <vt:lpstr>Tema de Office</vt:lpstr>
      <vt:lpstr>La Máquina de Caracteres</vt:lpstr>
      <vt:lpstr>La Máquina de Caracteres</vt:lpstr>
      <vt:lpstr>Contar los Caracteres</vt:lpstr>
      <vt:lpstr>Contar los Caracteres</vt:lpstr>
      <vt:lpstr>Contar los Caracteres</vt:lpstr>
      <vt:lpstr>Contar las “a”</vt:lpstr>
      <vt:lpstr>Contar las “a”</vt:lpstr>
      <vt:lpstr>Contar las “a”</vt:lpstr>
      <vt:lpstr>Contar las “a”</vt:lpstr>
      <vt:lpstr>Contar las “a”</vt:lpstr>
      <vt:lpstr>ITERACIONES</vt:lpstr>
      <vt:lpstr>ITERACIONES</vt:lpstr>
      <vt:lpstr>Contar las “la”</vt:lpstr>
      <vt:lpstr>Contar las “la”</vt:lpstr>
      <vt:lpstr>Contar las “la”</vt:lpstr>
      <vt:lpstr>Contar las “la”</vt:lpstr>
      <vt:lpstr>Contar las “la”</vt:lpstr>
      <vt:lpstr>Contar las “la”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Máquina de Caracteres</dc:title>
  <dc:creator>Planificacion</dc:creator>
  <cp:lastModifiedBy>Rafael Yurkevich</cp:lastModifiedBy>
  <cp:revision>13</cp:revision>
  <dcterms:created xsi:type="dcterms:W3CDTF">2021-04-06T13:04:30Z</dcterms:created>
  <dcterms:modified xsi:type="dcterms:W3CDTF">2024-04-04T21:19:48Z</dcterms:modified>
</cp:coreProperties>
</file>